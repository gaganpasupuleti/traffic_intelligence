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256831-82F5-6A14-59E4-9B5F9AD06678}" v="196" dt="2026-04-20T16:00:25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054" y="1124712"/>
            <a:ext cx="8277606" cy="3172968"/>
          </a:xfrm>
        </p:spPr>
        <p:txBody>
          <a:bodyPr anchor="b">
            <a:normAutofit/>
          </a:bodyPr>
          <a:lstStyle>
            <a:lvl1pPr algn="l">
              <a:defRPr sz="10666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54" y="4727448"/>
            <a:ext cx="8277606" cy="1481328"/>
          </a:xfrm>
        </p:spPr>
        <p:txBody>
          <a:bodyPr>
            <a:normAutofit/>
          </a:bodyPr>
          <a:lstStyle>
            <a:lvl1pPr marL="0" indent="0" algn="l">
              <a:buNone/>
              <a:defRPr sz="3733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054" y="6356351"/>
            <a:ext cx="20574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2260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624870" y="434802"/>
            <a:ext cx="146304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433989" y="4501201"/>
            <a:ext cx="8276022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46991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78024"/>
            <a:ext cx="7626096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58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418658" y="4981421"/>
            <a:ext cx="8351217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374126" y="5118581"/>
            <a:ext cx="109728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38" y="640080"/>
            <a:ext cx="8167878" cy="4114800"/>
          </a:xfrm>
        </p:spPr>
        <p:txBody>
          <a:bodyPr anchor="b">
            <a:normAutofit/>
          </a:bodyPr>
          <a:lstStyle>
            <a:lvl1pPr>
              <a:defRPr sz="8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5102352"/>
            <a:ext cx="795528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54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676" y="2478024"/>
            <a:ext cx="370332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9452" y="2478024"/>
            <a:ext cx="370332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662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76" y="2372650"/>
            <a:ext cx="3703320" cy="823912"/>
          </a:xfrm>
        </p:spPr>
        <p:txBody>
          <a:bodyPr anchor="b"/>
          <a:lstStyle>
            <a:lvl1pPr marL="0" indent="0">
              <a:buNone/>
              <a:defRPr sz="3200" b="1" cap="none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76" y="3203688"/>
            <a:ext cx="3703320" cy="2968512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9452" y="2372650"/>
            <a:ext cx="3703320" cy="823912"/>
          </a:xfrm>
        </p:spPr>
        <p:txBody>
          <a:bodyPr anchor="b"/>
          <a:lstStyle>
            <a:lvl1pPr marL="0" indent="0">
              <a:buNone/>
              <a:defRPr sz="3200" b="1" cap="none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9452" y="3203688"/>
            <a:ext cx="3703320" cy="296851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464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499390" y="1533525"/>
            <a:ext cx="8187797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456813" y="2971798"/>
            <a:ext cx="96012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44" y="1938528"/>
            <a:ext cx="7632954" cy="2990088"/>
          </a:xfrm>
        </p:spPr>
        <p:txBody>
          <a:bodyPr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40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650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418658" y="1162033"/>
            <a:ext cx="2805555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374126" y="1618375"/>
            <a:ext cx="109728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709928"/>
            <a:ext cx="2324862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45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3894" y="1709928"/>
            <a:ext cx="5047488" cy="409651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3429000"/>
            <a:ext cx="2324862" cy="2066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6356351"/>
            <a:ext cx="20574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418658" y="1162033"/>
            <a:ext cx="2805555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374126" y="1618375"/>
            <a:ext cx="109728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709928"/>
            <a:ext cx="2324862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45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23894" y="1161288"/>
            <a:ext cx="5047488" cy="4645152"/>
          </a:xfrm>
        </p:spPr>
        <p:txBody>
          <a:bodyPr anchor="t">
            <a:normAutofit/>
          </a:bodyPr>
          <a:lstStyle>
            <a:lvl1pPr marL="0" indent="0">
              <a:buNone/>
              <a:defRPr sz="3733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3438144"/>
            <a:ext cx="2324862" cy="20574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6356351"/>
            <a:ext cx="20574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15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59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33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063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/>
              <a:t>ML-ENABLED SMART CITY</a:t>
            </a:r>
            <a:endParaRPr lang="en-US" sz="4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78024"/>
            <a:ext cx="7435597" cy="349177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sz="2000" b="1"/>
              <a:t>INTELLIGENT URBAN MANAGEMENT USING MACHINE LEARNING</a:t>
            </a:r>
            <a:endParaRPr lang="en-US" sz="2000" b="1"/>
          </a:p>
          <a:p>
            <a:pPr marL="0" indent="0">
              <a:buNone/>
            </a:pPr>
            <a:r>
              <a:rPr lang="en-US" sz="2000" dirty="0">
                <a:latin typeface="Segoe UI"/>
                <a:ea typeface="Calibri"/>
                <a:cs typeface="Segoe UI"/>
              </a:rPr>
              <a:t>PROJECT TEAM</a:t>
            </a:r>
            <a:br>
              <a:rPr lang="en-US" sz="2000" dirty="0">
                <a:latin typeface="Segoe UI"/>
                <a:ea typeface="Calibri"/>
                <a:cs typeface="Segoe UI"/>
              </a:rPr>
            </a:br>
            <a:r>
              <a:rPr lang="en-US" sz="1100" b="1" dirty="0">
                <a:latin typeface="Segoe UI"/>
                <a:ea typeface="Calibri"/>
                <a:cs typeface="Segoe UI"/>
              </a:rPr>
              <a:t>Yash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Deore</a:t>
            </a:r>
            <a:br>
              <a:rPr lang="en-US" sz="1100" b="1" dirty="0">
                <a:latin typeface="Segoe UI"/>
                <a:ea typeface="Calibri"/>
                <a:cs typeface="Segoe UI"/>
              </a:rPr>
            </a:br>
            <a:r>
              <a:rPr lang="en-US" sz="1100" b="1" dirty="0">
                <a:latin typeface="Segoe UI"/>
                <a:ea typeface="Calibri"/>
                <a:cs typeface="Segoe UI"/>
              </a:rPr>
              <a:t> ID: 202317B3027</a:t>
            </a:r>
            <a:endParaRPr lang="en-US" sz="2000" dirty="0">
              <a:latin typeface="Segoe UI"/>
              <a:ea typeface="Calibri"/>
              <a:cs typeface="Segoe UI"/>
            </a:endParaRPr>
          </a:p>
          <a:p>
            <a:pPr>
              <a:buNone/>
            </a:pPr>
            <a:r>
              <a:rPr lang="en-US" sz="1100" b="1">
                <a:latin typeface="Segoe UI"/>
                <a:ea typeface="Calibri"/>
                <a:cs typeface="Segoe UI"/>
              </a:rPr>
              <a:t>Ayus Sen</a:t>
            </a:r>
            <a:br>
              <a:rPr lang="en-US" sz="1100" b="1" dirty="0">
                <a:latin typeface="Segoe UI"/>
                <a:ea typeface="Calibri"/>
                <a:cs typeface="Segoe UI"/>
              </a:rPr>
            </a:br>
            <a:r>
              <a:rPr lang="en-US" sz="1100" b="1">
                <a:latin typeface="Segoe UI"/>
                <a:ea typeface="Calibri"/>
                <a:cs typeface="Segoe UI"/>
              </a:rPr>
              <a:t> ID: 202317B3012</a:t>
            </a:r>
            <a:endParaRPr lang="en-US"/>
          </a:p>
          <a:p>
            <a:pPr>
              <a:buNone/>
            </a:pPr>
            <a:r>
              <a:rPr lang="en-US" sz="1100" b="1">
                <a:latin typeface="Segoe UI"/>
                <a:ea typeface="Calibri"/>
                <a:cs typeface="Segoe UI"/>
              </a:rPr>
              <a:t>Kavya Savella</a:t>
            </a:r>
            <a:br>
              <a:rPr lang="en-US" sz="1100" b="1" dirty="0">
                <a:latin typeface="Segoe UI"/>
                <a:ea typeface="Calibri"/>
                <a:cs typeface="Segoe UI"/>
              </a:rPr>
            </a:br>
            <a:r>
              <a:rPr lang="en-US" sz="1100" b="1">
                <a:latin typeface="Segoe UI"/>
                <a:ea typeface="Calibri"/>
                <a:cs typeface="Segoe UI"/>
              </a:rPr>
              <a:t> ID: 202317B3013</a:t>
            </a:r>
            <a:endParaRPr lang="en-US"/>
          </a:p>
          <a:p>
            <a:pPr>
              <a:buNone/>
            </a:pPr>
            <a:r>
              <a:rPr lang="en-US" sz="1100" b="1" dirty="0">
                <a:latin typeface="Segoe UI"/>
                <a:ea typeface="Calibri"/>
                <a:cs typeface="Segoe UI"/>
              </a:rPr>
              <a:t>Jahnavi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Nerusu</a:t>
            </a:r>
            <a:br>
              <a:rPr lang="en-US" sz="1100" b="1" dirty="0">
                <a:latin typeface="Segoe UI"/>
                <a:ea typeface="Calibri"/>
                <a:cs typeface="Segoe UI"/>
              </a:rPr>
            </a:br>
            <a:r>
              <a:rPr lang="en-US" sz="1100" b="1" dirty="0">
                <a:latin typeface="Segoe UI"/>
                <a:ea typeface="Calibri"/>
                <a:cs typeface="Segoe UI"/>
              </a:rPr>
              <a:t> ID: 202217B3803</a:t>
            </a:r>
            <a:endParaRPr lang="en-US" dirty="0"/>
          </a:p>
          <a:p>
            <a:pPr>
              <a:buNone/>
            </a:pPr>
            <a:r>
              <a:rPr lang="en-US" sz="1100" b="1">
                <a:latin typeface="Segoe UI"/>
                <a:ea typeface="Calibri"/>
                <a:cs typeface="Segoe UI"/>
              </a:rPr>
              <a:t>Shreya Tiwari</a:t>
            </a:r>
            <a:br>
              <a:rPr lang="en-US" sz="1100" b="1" dirty="0">
                <a:latin typeface="Segoe UI"/>
                <a:ea typeface="Calibri"/>
                <a:cs typeface="Segoe UI"/>
              </a:rPr>
            </a:br>
            <a:r>
              <a:rPr lang="en-US" sz="1100" b="1">
                <a:latin typeface="Segoe UI"/>
                <a:ea typeface="Calibri"/>
                <a:cs typeface="Segoe UI"/>
              </a:rPr>
              <a:t> ID: 202317B3088</a:t>
            </a:r>
            <a:endParaRPr lang="en-US"/>
          </a:p>
          <a:p>
            <a:pPr marL="0" indent="0">
              <a:buNone/>
            </a:pPr>
            <a:br>
              <a:rPr lang="en-US" sz="2000" dirty="0">
                <a:latin typeface="Segoe UI"/>
                <a:ea typeface="Calibri"/>
                <a:cs typeface="Segoe UI"/>
              </a:rPr>
            </a:br>
            <a:endParaRPr lang="en-US" sz="2000">
              <a:latin typeface="Segoe UI"/>
              <a:ea typeface="Calibr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/>
              <a:t>This project focuses on developing a smart city system using Machine Learning and IoT technologies to improve urban living. The system analyzes real-time sensor data to provide predictive solutions for traffic, air quality, waste management, and energy optimization.</a:t>
            </a:r>
            <a:endParaRPr lang="en-US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/>
              <a:t>Smart cities use IoT, AI, and Machine Learning to enhance quality of life. ML enables intelligent analysis of large urban datasets to support data-driven urban management.</a:t>
            </a:r>
            <a:endParaRPr lang="en-US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/>
              <a:t>Traffic congestion</a:t>
            </a:r>
            <a:endParaRPr lang="en-US" sz="2400">
              <a:ea typeface="Calibri"/>
              <a:cs typeface="Calibri"/>
            </a:endParaRPr>
          </a:p>
          <a:p>
            <a:r>
              <a:rPr sz="2400"/>
              <a:t>Increasing pollution levels</a:t>
            </a:r>
            <a:endParaRPr sz="2400">
              <a:ea typeface="Calibri"/>
              <a:cs typeface="Calibri"/>
            </a:endParaRPr>
          </a:p>
          <a:p>
            <a:r>
              <a:rPr sz="2400"/>
              <a:t>Inefficient waste management</a:t>
            </a:r>
            <a:endParaRPr sz="2400">
              <a:ea typeface="Calibri"/>
              <a:cs typeface="Calibri"/>
            </a:endParaRPr>
          </a:p>
          <a:p>
            <a:r>
              <a:rPr sz="2400"/>
              <a:t>High energy consumption</a:t>
            </a:r>
            <a:endParaRPr sz="2400">
              <a:ea typeface="Calibri"/>
              <a:cs typeface="Calibri"/>
            </a:endParaRPr>
          </a:p>
          <a:p>
            <a:r>
              <a:rPr sz="2400"/>
              <a:t>Water scarcity</a:t>
            </a:r>
            <a:endParaRPr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/>
              <a:t>Design an ML-based smart city system</a:t>
            </a:r>
            <a:endParaRPr lang="en-US" sz="2400">
              <a:ea typeface="Calibri"/>
              <a:cs typeface="Calibri"/>
            </a:endParaRPr>
          </a:p>
          <a:p>
            <a:r>
              <a:rPr sz="2400"/>
              <a:t>Traffic control and prediction</a:t>
            </a:r>
            <a:endParaRPr sz="2400">
              <a:ea typeface="Calibri"/>
              <a:cs typeface="Calibri"/>
            </a:endParaRPr>
          </a:p>
          <a:p>
            <a:r>
              <a:rPr sz="2400"/>
              <a:t>Air quality monitoring</a:t>
            </a:r>
            <a:endParaRPr sz="2400">
              <a:ea typeface="Calibri"/>
              <a:cs typeface="Calibri"/>
            </a:endParaRPr>
          </a:p>
          <a:p>
            <a:r>
              <a:rPr sz="2400"/>
              <a:t>Waste, water, and energy optimization</a:t>
            </a:r>
            <a:endParaRPr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/>
              <a:t>Analyze urban data using ML</a:t>
            </a:r>
            <a:endParaRPr lang="en-US" sz="2400">
              <a:ea typeface="Calibri"/>
              <a:cs typeface="Calibri"/>
            </a:endParaRPr>
          </a:p>
          <a:p>
            <a:r>
              <a:rPr sz="2400"/>
              <a:t>Predict traffic congestion</a:t>
            </a:r>
            <a:endParaRPr sz="2400">
              <a:ea typeface="Calibri"/>
              <a:cs typeface="Calibri"/>
            </a:endParaRPr>
          </a:p>
          <a:p>
            <a:r>
              <a:rPr sz="2400"/>
              <a:t>Monitor air quality</a:t>
            </a:r>
            <a:endParaRPr sz="2400">
              <a:ea typeface="Calibri"/>
              <a:cs typeface="Calibri"/>
            </a:endParaRPr>
          </a:p>
          <a:p>
            <a:r>
              <a:rPr sz="2400"/>
              <a:t>Improve waste management</a:t>
            </a:r>
            <a:endParaRPr sz="2400">
              <a:ea typeface="Calibri"/>
              <a:cs typeface="Calibri"/>
            </a:endParaRPr>
          </a:p>
          <a:p>
            <a:r>
              <a:rPr sz="2400" dirty="0"/>
              <a:t>Optimize energy usage</a:t>
            </a:r>
            <a:endParaRPr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/>
              <a:t>Supervised Learning</a:t>
            </a:r>
            <a:endParaRPr lang="en-US" sz="2400">
              <a:ea typeface="Calibri"/>
              <a:cs typeface="Calibri"/>
            </a:endParaRPr>
          </a:p>
          <a:p>
            <a:r>
              <a:rPr sz="2400"/>
              <a:t>Unsupervised Learning</a:t>
            </a:r>
            <a:endParaRPr sz="2400">
              <a:ea typeface="Calibri"/>
              <a:cs typeface="Calibri"/>
            </a:endParaRPr>
          </a:p>
          <a:p>
            <a:r>
              <a:rPr sz="2400"/>
              <a:t>Reinforcement Learning</a:t>
            </a:r>
            <a:endParaRPr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/>
              <a:t>Python</a:t>
            </a:r>
            <a:endParaRPr lang="en-US" sz="2400">
              <a:ea typeface="Calibri"/>
              <a:cs typeface="Calibri"/>
            </a:endParaRPr>
          </a:p>
          <a:p>
            <a:r>
              <a:rPr sz="2400"/>
              <a:t>NumPy, Pandas, Scikit-learn</a:t>
            </a:r>
            <a:endParaRPr sz="2400">
              <a:ea typeface="Calibri"/>
              <a:cs typeface="Calibri"/>
            </a:endParaRPr>
          </a:p>
          <a:p>
            <a:r>
              <a:rPr sz="2400"/>
              <a:t>IoT Sensors / Datasets</a:t>
            </a:r>
            <a:endParaRPr sz="2400">
              <a:ea typeface="Calibri"/>
              <a:cs typeface="Calibri"/>
            </a:endParaRPr>
          </a:p>
          <a:p>
            <a:r>
              <a:rPr sz="2400"/>
              <a:t>Data Visualization Tools</a:t>
            </a:r>
            <a:endParaRPr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/>
              <a:t>Manual or semi-automated</a:t>
            </a:r>
            <a:endParaRPr lang="en-US" sz="2400">
              <a:ea typeface="Calibri"/>
              <a:cs typeface="Calibri"/>
            </a:endParaRPr>
          </a:p>
          <a:p>
            <a:r>
              <a:rPr sz="2400"/>
              <a:t>Reactive approach</a:t>
            </a:r>
            <a:endParaRPr sz="2400">
              <a:ea typeface="Calibri"/>
              <a:cs typeface="Calibri"/>
            </a:endParaRPr>
          </a:p>
          <a:p>
            <a:r>
              <a:rPr sz="2400"/>
              <a:t>Limited data usage</a:t>
            </a:r>
            <a:endParaRPr sz="2400">
              <a:ea typeface="Calibri"/>
              <a:cs typeface="Calibri"/>
            </a:endParaRPr>
          </a:p>
          <a:p>
            <a:r>
              <a:rPr sz="2400"/>
              <a:t>Inefficient resource management</a:t>
            </a:r>
            <a:endParaRPr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/>
              <a:t>Fully automated and data-driven</a:t>
            </a:r>
            <a:endParaRPr lang="en-US" sz="2400" dirty="0">
              <a:ea typeface="Calibri"/>
              <a:cs typeface="Calibri"/>
            </a:endParaRPr>
          </a:p>
          <a:p>
            <a:r>
              <a:rPr sz="2400"/>
              <a:t>Predictive analysis</a:t>
            </a:r>
            <a:endParaRPr sz="2400" dirty="0">
              <a:ea typeface="Calibri"/>
              <a:cs typeface="Calibri"/>
            </a:endParaRPr>
          </a:p>
          <a:p>
            <a:r>
              <a:rPr sz="2400"/>
              <a:t>Real-time monitoring</a:t>
            </a:r>
            <a:endParaRPr sz="2400" dirty="0">
              <a:ea typeface="Calibri"/>
              <a:cs typeface="Calibri"/>
            </a:endParaRPr>
          </a:p>
          <a:p>
            <a:r>
              <a:rPr sz="2400" dirty="0"/>
              <a:t>Efficient resource utilization</a:t>
            </a:r>
            <a:endParaRPr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/>
              <a:t>Reduced traffic congestion</a:t>
            </a:r>
            <a:endParaRPr lang="en-US" sz="2400">
              <a:ea typeface="Calibri"/>
              <a:cs typeface="Calibri"/>
            </a:endParaRPr>
          </a:p>
          <a:p>
            <a:r>
              <a:rPr sz="2400"/>
              <a:t>Improved air quality monitoring</a:t>
            </a:r>
            <a:endParaRPr sz="2400">
              <a:ea typeface="Calibri"/>
              <a:cs typeface="Calibri"/>
            </a:endParaRPr>
          </a:p>
          <a:p>
            <a:r>
              <a:rPr sz="2400"/>
              <a:t>Efficient waste collection</a:t>
            </a:r>
            <a:endParaRPr sz="2400">
              <a:ea typeface="Calibri"/>
              <a:cs typeface="Calibri"/>
            </a:endParaRPr>
          </a:p>
          <a:p>
            <a:r>
              <a:rPr sz="2400"/>
              <a:t>Optimized energy usage</a:t>
            </a:r>
            <a:endParaRPr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400"/>
              <a:t>Improves quality of life</a:t>
            </a:r>
            <a:endParaRPr lang="en-US" sz="2400">
              <a:ea typeface="Calibri"/>
              <a:cs typeface="Calibri"/>
            </a:endParaRPr>
          </a:p>
          <a:p>
            <a:r>
              <a:rPr sz="2400"/>
              <a:t>Reduces environmental impact</a:t>
            </a:r>
            <a:endParaRPr sz="2400">
              <a:ea typeface="Calibri"/>
              <a:cs typeface="Calibri"/>
            </a:endParaRPr>
          </a:p>
          <a:p>
            <a:r>
              <a:rPr sz="2400"/>
              <a:t>Saves time and resources</a:t>
            </a:r>
            <a:endParaRPr sz="2400">
              <a:ea typeface="Calibri"/>
              <a:cs typeface="Calibri"/>
            </a:endParaRPr>
          </a:p>
          <a:p>
            <a:r>
              <a:rPr sz="2400"/>
              <a:t>Supports sustainable development</a:t>
            </a:r>
            <a:endParaRPr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AccentBoxVTI</vt:lpstr>
      <vt:lpstr>ML-ENABLED SMART CITY</vt:lpstr>
      <vt:lpstr>ABSTRACT</vt:lpstr>
      <vt:lpstr>INTRODUCTION</vt:lpstr>
      <vt:lpstr>PROBLEM DEFINITION</vt:lpstr>
      <vt:lpstr>AIM &amp; SCOPE</vt:lpstr>
      <vt:lpstr>OBJECTIVES</vt:lpstr>
      <vt:lpstr>TECHNIQUES USED</vt:lpstr>
      <vt:lpstr>TOOLS USED</vt:lpstr>
      <vt:lpstr>EXISTING SYSTEM</vt:lpstr>
      <vt:lpstr>PROPOSED SYSTEM</vt:lpstr>
      <vt:lpstr>EXPECTED OUTCOMES</vt:lpstr>
      <vt:lpstr>BENEFITS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79</cp:revision>
  <dcterms:created xsi:type="dcterms:W3CDTF">2013-01-27T09:14:16Z</dcterms:created>
  <dcterms:modified xsi:type="dcterms:W3CDTF">2026-04-20T16:16:26Z</dcterms:modified>
  <cp:category/>
</cp:coreProperties>
</file>